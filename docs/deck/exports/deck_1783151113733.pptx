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1.xml" ContentType="application/vnd.openxmlformats-officedocument.presentationml.slide.main+xml"/>
  <Override PartName="/ppt/slides/slide2.xml" ContentType="application/vnd.openxmlformats-officedocument.presentationml.slide.main+xml"/>
  <Override PartName="/ppt/slides/slide3.xml" ContentType="application/vnd.openxmlformats-officedocument.presentationml.slide.main+xml"/>
  <Override PartName="/ppt/slides/slide4.xml" ContentType="application/vnd.openxmlformats-officedocument.presentationml.slide.main+xml"/>
  <Override PartName="/ppt/slides/slide5.xml" ContentType="application/vnd.openxmlformats-officedocument.presentationml.slide.main+xml"/>
  <Override PartName="/ppt/slides/slide6.xml" ContentType="application/vnd.openxmlformats-officedocument.presentationml.slide.main+xml"/>
  <Override PartName="/ppt/slides/slide7.xml" ContentType="application/vnd.openxmlformats-officedocument.presentationml.slide.main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1001">
      <p:relId r:id="rId2"/>
    </p:sldId>
    <p:sldId id="1002">
      <p:relId r:id="rId3"/>
    </p:sldId>
    <p:sldId id="1003">
      <p:relId r:id="rId4"/>
    </p:sldId>
    <p:sldId id="1004">
      <p:relId r:id="rId5"/>
    </p:sldId>
    <p:sldId id="1005">
      <p:relId r:id="rId6"/>
    </p:sldId>
    <p:sldId id="1006">
      <p:relId r:id="rId7"/>
    </p:sldId>
    <p:sldId id="1007">
      <p:relId r:id="rId8"/>
    </p:sldId>
  </p:sldIdLst>
  <p:sldSz cx="12192000" cy="6858000" type="screen16x9"/>
</p:presentation>
</file>

<file path=ppt/_rels/presentation.xml.rels><?xml version="1.0" encoding="UTF-8" standalone="yes"?>
<Relationships xmlns="http://schemas.openxmlformats.org/package/2006/relationships">
<Relationship Id="rId2" Type="http://schemas.openxmlformats.org/officeDocument/2006/relationships/slide" Target="ppt/slides/slide1.xml"/>
<Relationship Id="rId3" Type="http://schemas.openxmlformats.org/officeDocument/2006/relationships/slide" Target="ppt/slides/slide2.xml"/>
<Relationship Id="rId4" Type="http://schemas.openxmlformats.org/officeDocument/2006/relationships/slide" Target="ppt/slides/slide3.xml"/>
<Relationship Id="rId5" Type="http://schemas.openxmlformats.org/officeDocument/2006/relationships/slide" Target="ppt/slides/slide4.xml"/>
<Relationship Id="rId6" Type="http://schemas.openxmlformats.org/officeDocument/2006/relationships/slide" Target="ppt/slides/slide5.xml"/>
<Relationship Id="rId7" Type="http://schemas.openxmlformats.org/officeDocument/2006/relationships/slide" Target="ppt/slides/slide6.xml"/>
<Relationship Id="rId8" Type="http://schemas.openxmlformats.org/officeDocument/2006/relationships/slide" Target="ppt/slides/slide7.xml"/>
</Relationships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image" Target="media/image1.png"/>
</Relationships>
</file>

<file path=ppt/slides/_rels/slide2.xml.rels><?xml version="1.0" encoding="UTF-8" standalone="yes"?>
<Relationships xmlns="http://schemas.openxmlformats.org/package/2006/relationships">
  <Relationship Id="rId2" Type="http://schemas.openxmlformats.org/officeDocument/2006/relationships/image" Target="media/image2.png"/>
</Relationships>
</file>

<file path=ppt/slides/_rels/slide3.xml.rels><?xml version="1.0" encoding="UTF-8" standalone="yes"?>
<Relationships xmlns="http://schemas.openxmlformats.org/package/2006/relationships">
  <Relationship Id="rId3" Type="http://schemas.openxmlformats.org/officeDocument/2006/relationships/image" Target="media/image3.png"/>
</Relationships>
</file>

<file path=ppt/slides/_rels/slide4.xml.rels><?xml version="1.0" encoding="UTF-8" standalone="yes"?>
<Relationships xmlns="http://schemas.openxmlformats.org/package/2006/relationships">
  <Relationship Id="rId4" Type="http://schemas.openxmlformats.org/officeDocument/2006/relationships/image" Target="media/image4.png"/>
</Relationships>
</file>

<file path=ppt/slides/_rels/slide5.xml.rels><?xml version="1.0" encoding="UTF-8" standalone="yes"?>
<Relationships xmlns="http://schemas.openxmlformats.org/package/2006/relationships">
  <Relationship Id="rId5" Type="http://schemas.openxmlformats.org/officeDocument/2006/relationships/image" Target="media/image5.png"/>
</Relationships>
</file>

<file path=ppt/slides/_rels/slide6.xml.rels><?xml version="1.0" encoding="UTF-8" standalone="yes"?>
<Relationships xmlns="http://schemas.openxmlformats.org/package/2006/relationships">
  <Relationship Id="rId6" Type="http://schemas.openxmlformats.org/officeDocument/2006/relationships/image" Target="media/image6.png"/>
</Relationships>
</file>

<file path=ppt/slides/_rels/slide7.xml.rels><?xml version="1.0" encoding="UTF-8" standalone="yes"?>
<Relationships xmlns="http://schemas.openxmlformats.org/package/2006/relationships">
  <Relationship Id="rId7" Type="http://schemas.openxmlformats.org/officeDocument/2006/relationships/image" Target="media/image7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pic>
        <p:nvPicPr>
          <p:cNvPr id="1" name="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pic>
        <p:nvPicPr>
          <p:cNvPr id="1" name="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pic>
        <p:nvPicPr>
          <p:cNvPr id="1" name="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pic>
        <p:nvPicPr>
          <p:cNvPr id="1" name=""/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pic>
        <p:nvPicPr>
          <p:cNvPr id="1" name=""/>
          <p:cNvPicPr/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pic>
        <p:nvPicPr>
          <p:cNvPr id="1" name=""/>
          <p:cNvPicPr/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pic>
        <p:nvPicPr>
          <p:cNvPr id="1" name=""/>
          <p:cNvPicPr/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